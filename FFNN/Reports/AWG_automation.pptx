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12" r:id="rId4"/>
  </p:sldMasterIdLst>
  <p:sldIdLst>
    <p:sldId id="257" r:id="rId5"/>
    <p:sldId id="258" r:id="rId6"/>
    <p:sldId id="259" r:id="rId7"/>
    <p:sldId id="264" r:id="rId8"/>
    <p:sldId id="260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5C5D5D4-DFE0-4839-A9C4-8B3CF899B12F}" v="9" dt="2025-08-26T10:29:40.11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6" autoAdjust="0"/>
    <p:restoredTop sz="94619" autoAdjust="0"/>
  </p:normalViewPr>
  <p:slideViewPr>
    <p:cSldViewPr snapToGrid="0">
      <p:cViewPr varScale="1">
        <p:scale>
          <a:sx n="70" d="100"/>
          <a:sy n="70" d="100"/>
        </p:scale>
        <p:origin x="525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" Type="http://schemas.openxmlformats.org/officeDocument/2006/relationships/customXml" Target="../customXml/item3.xml"/><Relationship Id="rId21" Type="http://schemas.openxmlformats.org/officeDocument/2006/relationships/theme" Target="theme/theme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microsoft.com/office/2015/10/relationships/revisionInfo" Target="revisionInfo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microsoft.com/office/2016/11/relationships/changesInfo" Target="changesInfos/changesInfo1.xml"/><Relationship Id="rId10" Type="http://schemas.openxmlformats.org/officeDocument/2006/relationships/slide" Target="slides/slide6.xml"/><Relationship Id="rId19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Vijayanand Kuttikattu Vadakeppattu" userId="844320508617db3f" providerId="LiveId" clId="{1EDF5282-0F2B-4586-ACFA-DF0B860ACE6E}"/>
    <pc:docChg chg="undo custSel addSld delSld modSld">
      <pc:chgData name="Vijayanand Kuttikattu Vadakeppattu" userId="844320508617db3f" providerId="LiveId" clId="{1EDF5282-0F2B-4586-ACFA-DF0B860ACE6E}" dt="2025-07-29T09:50:50.365" v="954" actId="5793"/>
      <pc:docMkLst>
        <pc:docMk/>
      </pc:docMkLst>
      <pc:sldChg chg="addSp delSp modSp new mod">
        <pc:chgData name="Vijayanand Kuttikattu Vadakeppattu" userId="844320508617db3f" providerId="LiveId" clId="{1EDF5282-0F2B-4586-ACFA-DF0B860ACE6E}" dt="2025-07-22T08:35:49.478" v="218" actId="20577"/>
        <pc:sldMkLst>
          <pc:docMk/>
          <pc:sldMk cId="312211764" sldId="259"/>
        </pc:sldMkLst>
      </pc:sldChg>
      <pc:sldChg chg="addSp delSp modSp new mod">
        <pc:chgData name="Vijayanand Kuttikattu Vadakeppattu" userId="844320508617db3f" providerId="LiveId" clId="{1EDF5282-0F2B-4586-ACFA-DF0B860ACE6E}" dt="2025-07-22T06:11:01.071" v="119" actId="20577"/>
        <pc:sldMkLst>
          <pc:docMk/>
          <pc:sldMk cId="2596736845" sldId="260"/>
        </pc:sldMkLst>
      </pc:sldChg>
      <pc:sldChg chg="addSp delSp modSp new mod">
        <pc:chgData name="Vijayanand Kuttikattu Vadakeppattu" userId="844320508617db3f" providerId="LiveId" clId="{1EDF5282-0F2B-4586-ACFA-DF0B860ACE6E}" dt="2025-07-22T06:14:06.713" v="160" actId="1076"/>
        <pc:sldMkLst>
          <pc:docMk/>
          <pc:sldMk cId="1983806369" sldId="261"/>
        </pc:sldMkLst>
      </pc:sldChg>
      <pc:sldChg chg="addSp delSp modSp new mod">
        <pc:chgData name="Vijayanand Kuttikattu Vadakeppattu" userId="844320508617db3f" providerId="LiveId" clId="{1EDF5282-0F2B-4586-ACFA-DF0B860ACE6E}" dt="2025-07-29T09:34:41.973" v="601" actId="478"/>
        <pc:sldMkLst>
          <pc:docMk/>
          <pc:sldMk cId="3106166370" sldId="262"/>
        </pc:sldMkLst>
      </pc:sldChg>
      <pc:sldChg chg="addSp delSp modSp new del mod">
        <pc:chgData name="Vijayanand Kuttikattu Vadakeppattu" userId="844320508617db3f" providerId="LiveId" clId="{1EDF5282-0F2B-4586-ACFA-DF0B860ACE6E}" dt="2025-07-22T08:34:53.812" v="198" actId="47"/>
        <pc:sldMkLst>
          <pc:docMk/>
          <pc:sldMk cId="3375564553" sldId="262"/>
        </pc:sldMkLst>
      </pc:sldChg>
      <pc:sldChg chg="addSp delSp modSp new mod">
        <pc:chgData name="Vijayanand Kuttikattu Vadakeppattu" userId="844320508617db3f" providerId="LiveId" clId="{1EDF5282-0F2B-4586-ACFA-DF0B860ACE6E}" dt="2025-07-29T09:40:00.947" v="644" actId="122"/>
        <pc:sldMkLst>
          <pc:docMk/>
          <pc:sldMk cId="3699315126" sldId="263"/>
        </pc:sldMkLst>
      </pc:sldChg>
      <pc:sldChg chg="addSp delSp modSp new mod">
        <pc:chgData name="Vijayanand Kuttikattu Vadakeppattu" userId="844320508617db3f" providerId="LiveId" clId="{1EDF5282-0F2B-4586-ACFA-DF0B860ACE6E}" dt="2025-07-29T09:49:36.842" v="827" actId="14100"/>
        <pc:sldMkLst>
          <pc:docMk/>
          <pc:sldMk cId="631309456" sldId="264"/>
        </pc:sldMkLst>
        <pc:spChg chg="mod">
          <ac:chgData name="Vijayanand Kuttikattu Vadakeppattu" userId="844320508617db3f" providerId="LiveId" clId="{1EDF5282-0F2B-4586-ACFA-DF0B860ACE6E}" dt="2025-07-29T09:41:12.593" v="679" actId="122"/>
          <ac:spMkLst>
            <pc:docMk/>
            <pc:sldMk cId="631309456" sldId="264"/>
            <ac:spMk id="2" creationId="{3D57A138-2B6A-2048-0E2C-278A67E6D1FE}"/>
          </ac:spMkLst>
        </pc:spChg>
        <pc:spChg chg="add del mod">
          <ac:chgData name="Vijayanand Kuttikattu Vadakeppattu" userId="844320508617db3f" providerId="LiveId" clId="{1EDF5282-0F2B-4586-ACFA-DF0B860ACE6E}" dt="2025-07-29T09:43:43.154" v="689" actId="47"/>
          <ac:spMkLst>
            <pc:docMk/>
            <pc:sldMk cId="631309456" sldId="264"/>
            <ac:spMk id="6" creationId="{3E4D087F-7D86-AB61-262B-5E50E7114A57}"/>
          </ac:spMkLst>
        </pc:spChg>
      </pc:sldChg>
      <pc:sldChg chg="modSp new mod">
        <pc:chgData name="Vijayanand Kuttikattu Vadakeppattu" userId="844320508617db3f" providerId="LiveId" clId="{1EDF5282-0F2B-4586-ACFA-DF0B860ACE6E}" dt="2025-07-29T09:50:50.365" v="954" actId="5793"/>
        <pc:sldMkLst>
          <pc:docMk/>
          <pc:sldMk cId="1350564121" sldId="265"/>
        </pc:sldMkLst>
      </pc:sldChg>
    </pc:docChg>
  </pc:docChgLst>
  <pc:docChgLst>
    <pc:chgData name="Vijayanand Kuttikattu Vadakeppattu" userId="844320508617db3f" providerId="LiveId" clId="{F5C5D5D4-DFE0-4839-A9C4-8B3CF899B12F}"/>
    <pc:docChg chg="custSel addSld delSld modSld">
      <pc:chgData name="Vijayanand Kuttikattu Vadakeppattu" userId="844320508617db3f" providerId="LiveId" clId="{F5C5D5D4-DFE0-4839-A9C4-8B3CF899B12F}" dt="2025-08-26T14:21:02.404" v="806" actId="1076"/>
      <pc:docMkLst>
        <pc:docMk/>
      </pc:docMkLst>
      <pc:sldChg chg="modSp mod">
        <pc:chgData name="Vijayanand Kuttikattu Vadakeppattu" userId="844320508617db3f" providerId="LiveId" clId="{F5C5D5D4-DFE0-4839-A9C4-8B3CF899B12F}" dt="2025-07-29T10:06:35.148" v="31" actId="20577"/>
        <pc:sldMkLst>
          <pc:docMk/>
          <pc:sldMk cId="2475805559" sldId="257"/>
        </pc:sldMkLst>
        <pc:spChg chg="mod">
          <ac:chgData name="Vijayanand Kuttikattu Vadakeppattu" userId="844320508617db3f" providerId="LiveId" clId="{F5C5D5D4-DFE0-4839-A9C4-8B3CF899B12F}" dt="2025-07-29T10:06:35.148" v="31" actId="20577"/>
          <ac:spMkLst>
            <pc:docMk/>
            <pc:sldMk cId="2475805559" sldId="257"/>
            <ac:spMk id="2" creationId="{1C21E816-31F5-48BB-BD02-D15F2F18B48A}"/>
          </ac:spMkLst>
        </pc:spChg>
      </pc:sldChg>
      <pc:sldChg chg="addSp delSp modSp mod">
        <pc:chgData name="Vijayanand Kuttikattu Vadakeppattu" userId="844320508617db3f" providerId="LiveId" clId="{F5C5D5D4-DFE0-4839-A9C4-8B3CF899B12F}" dt="2025-07-29T10:26:29.929" v="268" actId="14100"/>
        <pc:sldMkLst>
          <pc:docMk/>
          <pc:sldMk cId="263784652" sldId="258"/>
        </pc:sldMkLst>
        <pc:spChg chg="mod">
          <ac:chgData name="Vijayanand Kuttikattu Vadakeppattu" userId="844320508617db3f" providerId="LiveId" clId="{F5C5D5D4-DFE0-4839-A9C4-8B3CF899B12F}" dt="2025-07-29T10:06:51.283" v="70" actId="20577"/>
          <ac:spMkLst>
            <pc:docMk/>
            <pc:sldMk cId="263784652" sldId="258"/>
            <ac:spMk id="2" creationId="{5E562972-3449-42D1-8185-B4BEFD52AB44}"/>
          </ac:spMkLst>
        </pc:spChg>
        <pc:spChg chg="mod">
          <ac:chgData name="Vijayanand Kuttikattu Vadakeppattu" userId="844320508617db3f" providerId="LiveId" clId="{F5C5D5D4-DFE0-4839-A9C4-8B3CF899B12F}" dt="2025-07-29T10:22:04.207" v="254" actId="14100"/>
          <ac:spMkLst>
            <pc:docMk/>
            <pc:sldMk cId="263784652" sldId="258"/>
            <ac:spMk id="5" creationId="{3F97FAC4-710F-ECDC-371E-664E90684713}"/>
          </ac:spMkLst>
        </pc:spChg>
        <pc:picChg chg="add mod">
          <ac:chgData name="Vijayanand Kuttikattu Vadakeppattu" userId="844320508617db3f" providerId="LiveId" clId="{F5C5D5D4-DFE0-4839-A9C4-8B3CF899B12F}" dt="2025-07-29T10:26:29.929" v="268" actId="14100"/>
          <ac:picMkLst>
            <pc:docMk/>
            <pc:sldMk cId="263784652" sldId="258"/>
            <ac:picMk id="6" creationId="{A61DFFAD-5963-BAF6-A36E-A976AEB36050}"/>
          </ac:picMkLst>
        </pc:picChg>
      </pc:sldChg>
      <pc:sldChg chg="addSp delSp modSp mod">
        <pc:chgData name="Vijayanand Kuttikattu Vadakeppattu" userId="844320508617db3f" providerId="LiveId" clId="{F5C5D5D4-DFE0-4839-A9C4-8B3CF899B12F}" dt="2025-07-29T10:39:12.048" v="272" actId="962"/>
        <pc:sldMkLst>
          <pc:docMk/>
          <pc:sldMk cId="312211764" sldId="259"/>
        </pc:sldMkLst>
        <pc:picChg chg="add mod">
          <ac:chgData name="Vijayanand Kuttikattu Vadakeppattu" userId="844320508617db3f" providerId="LiveId" clId="{F5C5D5D4-DFE0-4839-A9C4-8B3CF899B12F}" dt="2025-07-29T10:39:12.048" v="272" actId="962"/>
          <ac:picMkLst>
            <pc:docMk/>
            <pc:sldMk cId="312211764" sldId="259"/>
            <ac:picMk id="7" creationId="{5E81DACA-01CD-4E02-B1F6-E748E9BD8E99}"/>
          </ac:picMkLst>
        </pc:picChg>
      </pc:sldChg>
      <pc:sldChg chg="addSp delSp modSp mod">
        <pc:chgData name="Vijayanand Kuttikattu Vadakeppattu" userId="844320508617db3f" providerId="LiveId" clId="{F5C5D5D4-DFE0-4839-A9C4-8B3CF899B12F}" dt="2025-07-29T10:45:20.283" v="377" actId="20577"/>
        <pc:sldMkLst>
          <pc:docMk/>
          <pc:sldMk cId="2596736845" sldId="260"/>
        </pc:sldMkLst>
        <pc:spChg chg="mod">
          <ac:chgData name="Vijayanand Kuttikattu Vadakeppattu" userId="844320508617db3f" providerId="LiveId" clId="{F5C5D5D4-DFE0-4839-A9C4-8B3CF899B12F}" dt="2025-07-29T10:45:20.283" v="377" actId="20577"/>
          <ac:spMkLst>
            <pc:docMk/>
            <pc:sldMk cId="2596736845" sldId="260"/>
            <ac:spMk id="2" creationId="{5D4FB5F5-32EA-520A-037F-38CC8FC2127D}"/>
          </ac:spMkLst>
        </pc:spChg>
        <pc:picChg chg="add mod">
          <ac:chgData name="Vijayanand Kuttikattu Vadakeppattu" userId="844320508617db3f" providerId="LiveId" clId="{F5C5D5D4-DFE0-4839-A9C4-8B3CF899B12F}" dt="2025-07-29T10:43:07.321" v="307" actId="14100"/>
          <ac:picMkLst>
            <pc:docMk/>
            <pc:sldMk cId="2596736845" sldId="260"/>
            <ac:picMk id="8" creationId="{549DAE11-8C0D-516A-0A22-F3D28593A6A1}"/>
          </ac:picMkLst>
        </pc:picChg>
      </pc:sldChg>
      <pc:sldChg chg="del">
        <pc:chgData name="Vijayanand Kuttikattu Vadakeppattu" userId="844320508617db3f" providerId="LiveId" clId="{F5C5D5D4-DFE0-4839-A9C4-8B3CF899B12F}" dt="2025-07-29T10:45:40.875" v="378" actId="47"/>
        <pc:sldMkLst>
          <pc:docMk/>
          <pc:sldMk cId="1983806369" sldId="261"/>
        </pc:sldMkLst>
      </pc:sldChg>
      <pc:sldChg chg="del">
        <pc:chgData name="Vijayanand Kuttikattu Vadakeppattu" userId="844320508617db3f" providerId="LiveId" clId="{F5C5D5D4-DFE0-4839-A9C4-8B3CF899B12F}" dt="2025-07-29T10:45:42.797" v="379" actId="47"/>
        <pc:sldMkLst>
          <pc:docMk/>
          <pc:sldMk cId="3106166370" sldId="262"/>
        </pc:sldMkLst>
      </pc:sldChg>
      <pc:sldChg chg="del">
        <pc:chgData name="Vijayanand Kuttikattu Vadakeppattu" userId="844320508617db3f" providerId="LiveId" clId="{F5C5D5D4-DFE0-4839-A9C4-8B3CF899B12F}" dt="2025-07-29T10:45:45.762" v="380" actId="47"/>
        <pc:sldMkLst>
          <pc:docMk/>
          <pc:sldMk cId="3699315126" sldId="263"/>
        </pc:sldMkLst>
      </pc:sldChg>
      <pc:sldChg chg="addSp delSp modSp mod">
        <pc:chgData name="Vijayanand Kuttikattu Vadakeppattu" userId="844320508617db3f" providerId="LiveId" clId="{F5C5D5D4-DFE0-4839-A9C4-8B3CF899B12F}" dt="2025-07-29T10:41:59.773" v="299" actId="14100"/>
        <pc:sldMkLst>
          <pc:docMk/>
          <pc:sldMk cId="631309456" sldId="264"/>
        </pc:sldMkLst>
        <pc:spChg chg="mod">
          <ac:chgData name="Vijayanand Kuttikattu Vadakeppattu" userId="844320508617db3f" providerId="LiveId" clId="{F5C5D5D4-DFE0-4839-A9C4-8B3CF899B12F}" dt="2025-07-29T10:41:55.759" v="298" actId="1076"/>
          <ac:spMkLst>
            <pc:docMk/>
            <pc:sldMk cId="631309456" sldId="264"/>
            <ac:spMk id="2" creationId="{3D57A138-2B6A-2048-0E2C-278A67E6D1FE}"/>
          </ac:spMkLst>
        </pc:spChg>
        <pc:picChg chg="add mod">
          <ac:chgData name="Vijayanand Kuttikattu Vadakeppattu" userId="844320508617db3f" providerId="LiveId" clId="{F5C5D5D4-DFE0-4839-A9C4-8B3CF899B12F}" dt="2025-07-29T10:41:59.773" v="299" actId="14100"/>
          <ac:picMkLst>
            <pc:docMk/>
            <pc:sldMk cId="631309456" sldId="264"/>
            <ac:picMk id="7" creationId="{756B8AF1-5B90-1769-FACF-E6CE1B59FCD5}"/>
          </ac:picMkLst>
        </pc:picChg>
      </pc:sldChg>
      <pc:sldChg chg="del">
        <pc:chgData name="Vijayanand Kuttikattu Vadakeppattu" userId="844320508617db3f" providerId="LiveId" clId="{F5C5D5D4-DFE0-4839-A9C4-8B3CF899B12F}" dt="2025-07-29T10:45:49.617" v="381" actId="47"/>
        <pc:sldMkLst>
          <pc:docMk/>
          <pc:sldMk cId="1350564121" sldId="265"/>
        </pc:sldMkLst>
      </pc:sldChg>
      <pc:sldChg chg="modSp new mod">
        <pc:chgData name="Vijayanand Kuttikattu Vadakeppattu" userId="844320508617db3f" providerId="LiveId" clId="{F5C5D5D4-DFE0-4839-A9C4-8B3CF899B12F}" dt="2025-08-05T09:26:30.091" v="709" actId="20577"/>
        <pc:sldMkLst>
          <pc:docMk/>
          <pc:sldMk cId="2379729477" sldId="265"/>
        </pc:sldMkLst>
        <pc:spChg chg="mod">
          <ac:chgData name="Vijayanand Kuttikattu Vadakeppattu" userId="844320508617db3f" providerId="LiveId" clId="{F5C5D5D4-DFE0-4839-A9C4-8B3CF899B12F}" dt="2025-08-05T09:21:28.363" v="398" actId="122"/>
          <ac:spMkLst>
            <pc:docMk/>
            <pc:sldMk cId="2379729477" sldId="265"/>
            <ac:spMk id="2" creationId="{5823D6E4-EEBD-8381-C7E4-0FFF5ED8FA91}"/>
          </ac:spMkLst>
        </pc:spChg>
        <pc:spChg chg="mod">
          <ac:chgData name="Vijayanand Kuttikattu Vadakeppattu" userId="844320508617db3f" providerId="LiveId" clId="{F5C5D5D4-DFE0-4839-A9C4-8B3CF899B12F}" dt="2025-08-05T09:26:30.091" v="709" actId="20577"/>
          <ac:spMkLst>
            <pc:docMk/>
            <pc:sldMk cId="2379729477" sldId="265"/>
            <ac:spMk id="3" creationId="{94217C7A-2CA5-7F13-6CC9-89FED033F868}"/>
          </ac:spMkLst>
        </pc:spChg>
      </pc:sldChg>
      <pc:sldChg chg="modSp new mod">
        <pc:chgData name="Vijayanand Kuttikattu Vadakeppattu" userId="844320508617db3f" providerId="LiveId" clId="{F5C5D5D4-DFE0-4839-A9C4-8B3CF899B12F}" dt="2025-08-05T09:26:46.041" v="750" actId="20577"/>
        <pc:sldMkLst>
          <pc:docMk/>
          <pc:sldMk cId="3323128699" sldId="266"/>
        </pc:sldMkLst>
        <pc:spChg chg="mod">
          <ac:chgData name="Vijayanand Kuttikattu Vadakeppattu" userId="844320508617db3f" providerId="LiveId" clId="{F5C5D5D4-DFE0-4839-A9C4-8B3CF899B12F}" dt="2025-08-05T09:23:03.345" v="521" actId="122"/>
          <ac:spMkLst>
            <pc:docMk/>
            <pc:sldMk cId="3323128699" sldId="266"/>
            <ac:spMk id="2" creationId="{66BED0EA-AEF2-C591-81E9-3D4963A769E0}"/>
          </ac:spMkLst>
        </pc:spChg>
        <pc:spChg chg="mod">
          <ac:chgData name="Vijayanand Kuttikattu Vadakeppattu" userId="844320508617db3f" providerId="LiveId" clId="{F5C5D5D4-DFE0-4839-A9C4-8B3CF899B12F}" dt="2025-08-05T09:26:46.041" v="750" actId="20577"/>
          <ac:spMkLst>
            <pc:docMk/>
            <pc:sldMk cId="3323128699" sldId="266"/>
            <ac:spMk id="3" creationId="{21026C54-7100-9723-260F-93FB4053F52D}"/>
          </ac:spMkLst>
        </pc:spChg>
      </pc:sldChg>
      <pc:sldChg chg="addSp delSp modSp new mod">
        <pc:chgData name="Vijayanand Kuttikattu Vadakeppattu" userId="844320508617db3f" providerId="LiveId" clId="{F5C5D5D4-DFE0-4839-A9C4-8B3CF899B12F}" dt="2025-08-05T13:04:54.375" v="760" actId="478"/>
        <pc:sldMkLst>
          <pc:docMk/>
          <pc:sldMk cId="4223625824" sldId="267"/>
        </pc:sldMkLst>
        <pc:picChg chg="add mod">
          <ac:chgData name="Vijayanand Kuttikattu Vadakeppattu" userId="844320508617db3f" providerId="LiveId" clId="{F5C5D5D4-DFE0-4839-A9C4-8B3CF899B12F}" dt="2025-08-05T13:04:41.592" v="759" actId="962"/>
          <ac:picMkLst>
            <pc:docMk/>
            <pc:sldMk cId="4223625824" sldId="267"/>
            <ac:picMk id="5" creationId="{167BAD9A-5C6E-C54D-FEB5-C47FAF43E4ED}"/>
          </ac:picMkLst>
        </pc:picChg>
      </pc:sldChg>
      <pc:sldChg chg="addSp delSp modSp new mod">
        <pc:chgData name="Vijayanand Kuttikattu Vadakeppattu" userId="844320508617db3f" providerId="LiveId" clId="{F5C5D5D4-DFE0-4839-A9C4-8B3CF899B12F}" dt="2025-08-05T13:22:17.802" v="773" actId="14100"/>
        <pc:sldMkLst>
          <pc:docMk/>
          <pc:sldMk cId="3889463498" sldId="268"/>
        </pc:sldMkLst>
        <pc:picChg chg="add mod">
          <ac:chgData name="Vijayanand Kuttikattu Vadakeppattu" userId="844320508617db3f" providerId="LiveId" clId="{F5C5D5D4-DFE0-4839-A9C4-8B3CF899B12F}" dt="2025-08-05T13:22:17.802" v="773" actId="14100"/>
          <ac:picMkLst>
            <pc:docMk/>
            <pc:sldMk cId="3889463498" sldId="268"/>
            <ac:picMk id="9" creationId="{AD5F1F2D-E72A-1C76-9031-D511A60BBE67}"/>
          </ac:picMkLst>
        </pc:picChg>
      </pc:sldChg>
      <pc:sldChg chg="modSp new del mod">
        <pc:chgData name="Vijayanand Kuttikattu Vadakeppattu" userId="844320508617db3f" providerId="LiveId" clId="{F5C5D5D4-DFE0-4839-A9C4-8B3CF899B12F}" dt="2025-08-12T11:10:41.897" v="798" actId="47"/>
        <pc:sldMkLst>
          <pc:docMk/>
          <pc:sldMk cId="520949062" sldId="269"/>
        </pc:sldMkLst>
      </pc:sldChg>
      <pc:sldChg chg="addSp delSp modSp new mod">
        <pc:chgData name="Vijayanand Kuttikattu Vadakeppattu" userId="844320508617db3f" providerId="LiveId" clId="{F5C5D5D4-DFE0-4839-A9C4-8B3CF899B12F}" dt="2025-08-26T14:21:02.404" v="806" actId="1076"/>
        <pc:sldMkLst>
          <pc:docMk/>
          <pc:sldMk cId="572705533" sldId="269"/>
        </pc:sldMkLst>
        <pc:spChg chg="del">
          <ac:chgData name="Vijayanand Kuttikattu Vadakeppattu" userId="844320508617db3f" providerId="LiveId" clId="{F5C5D5D4-DFE0-4839-A9C4-8B3CF899B12F}" dt="2025-08-26T10:29:47.308" v="801" actId="478"/>
          <ac:spMkLst>
            <pc:docMk/>
            <pc:sldMk cId="572705533" sldId="269"/>
            <ac:spMk id="2" creationId="{2B47CD8E-EF5F-4919-034C-FBE82993B88F}"/>
          </ac:spMkLst>
        </pc:spChg>
        <pc:spChg chg="del">
          <ac:chgData name="Vijayanand Kuttikattu Vadakeppattu" userId="844320508617db3f" providerId="LiveId" clId="{F5C5D5D4-DFE0-4839-A9C4-8B3CF899B12F}" dt="2025-08-26T10:29:40.113" v="800"/>
          <ac:spMkLst>
            <pc:docMk/>
            <pc:sldMk cId="572705533" sldId="269"/>
            <ac:spMk id="3" creationId="{68BB10C3-E07E-C59A-9E10-0E9E6159FBB7}"/>
          </ac:spMkLst>
        </pc:spChg>
        <pc:picChg chg="add mod">
          <ac:chgData name="Vijayanand Kuttikattu Vadakeppattu" userId="844320508617db3f" providerId="LiveId" clId="{F5C5D5D4-DFE0-4839-A9C4-8B3CF899B12F}" dt="2025-08-26T14:21:02.404" v="806" actId="1076"/>
          <ac:picMkLst>
            <pc:docMk/>
            <pc:sldMk cId="572705533" sldId="269"/>
            <ac:picMk id="5" creationId="{1204DEC4-E204-964B-8E20-2814F0E3BED4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4" y="3085764"/>
            <a:ext cx="11298932" cy="3338149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anchor="b">
            <a:normAutofit/>
          </a:bodyPr>
          <a:lstStyle>
            <a:lvl1pPr>
              <a:defRPr sz="36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7FA0ACE7-29A8-47D3-A7D9-257B711D80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91B17-9318-49DB-B28B-6E5994AE9581}" type="datetime1">
              <a:rPr lang="en-US" smtClean="0"/>
              <a:t>9/2/2025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DEC604B9-52E9-4810-8359-47206518D0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5898A89F-CA25-400F-B05A-AECBF2517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00175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18872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2340864"/>
            <a:ext cx="11029615" cy="363448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770E6237-3456-439F-802D-3BA93FC7E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DD82B9-B8EE-4375-B6FF-88FA6ABB15D9}" type="datetime1">
              <a:rPr lang="en-US" smtClean="0"/>
              <a:t>9/2/2025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1356D3B5-6063-4A89-B88F-9D3043916F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2B78BF7-69D3-4CE0-A631-50EFD41EEE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524434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2393950"/>
            <a:ext cx="11029615" cy="2147467"/>
          </a:xfrm>
        </p:spPr>
        <p:txBody>
          <a:bodyPr anchor="b">
            <a:normAutofit/>
          </a:bodyPr>
          <a:lstStyle>
            <a:lvl1pPr algn="l">
              <a:defRPr sz="3600" b="0" cap="all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1582016-5696-4A93-887F-BBB3B9002F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497495-0637-405E-AE64-5CC7506D51F5}" type="datetime1">
              <a:rPr lang="en-US" smtClean="0"/>
              <a:t>9/2/2025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57CFCD5-1192-4E18-8A8F-29E153B44D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E39A109E-5018-4794-92B3-FD5E5BCD95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66809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194767" cy="363304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6039" y="2228003"/>
            <a:ext cx="5194769" cy="363304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FFD690-9426-415D-8B65-26881E07B2D4}" type="datetime1">
              <a:rPr lang="en-US" smtClean="0"/>
              <a:t>9/2/2025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33232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1" y="2250891"/>
            <a:ext cx="5194769" cy="557784"/>
          </a:xfrm>
        </p:spPr>
        <p:txBody>
          <a:bodyPr anchor="ctr">
            <a:noAutofit/>
          </a:bodyPr>
          <a:lstStyle>
            <a:lvl1pPr marL="0" indent="0">
              <a:buNone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4" y="2926052"/>
            <a:ext cx="5194766" cy="293499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16039" y="2250892"/>
            <a:ext cx="5194770" cy="553373"/>
          </a:xfrm>
        </p:spPr>
        <p:txBody>
          <a:bodyPr anchor="ctr">
            <a:noAutofit/>
          </a:bodyPr>
          <a:lstStyle>
            <a:lvl1pPr marL="0" marR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  <a:tabLst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16037" y="2926052"/>
            <a:ext cx="5194771" cy="293499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C4989A-474C-40DE-95B9-011C28B71673}" type="datetime1">
              <a:rPr lang="en-US" smtClean="0"/>
              <a:t>9/2/2025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480465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B4ED54-5B5E-4A04-93D3-5772E3CE3818}" type="datetime1">
              <a:rPr lang="en-US" smtClean="0"/>
              <a:t>9/2/2025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29363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DE50D6-574B-40AF-946F-D52A04ADE379}" type="datetime1">
              <a:rPr lang="en-US" smtClean="0"/>
              <a:t>9/2/2025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294949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7" y="601200"/>
            <a:ext cx="3682723" cy="5815475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7857" y="933450"/>
            <a:ext cx="3031852" cy="1722419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900928" y="1179829"/>
            <a:ext cx="6650991" cy="4658216"/>
          </a:xfrm>
        </p:spPr>
        <p:txBody>
          <a:bodyPr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67857" y="2836654"/>
            <a:ext cx="3031852" cy="3001392"/>
          </a:xfrm>
        </p:spPr>
        <p:txBody>
          <a:bodyPr anchor="t">
            <a:normAutofit/>
          </a:bodyPr>
          <a:lstStyle>
            <a:lvl1pPr marL="0" indent="0" algn="l">
              <a:buNone/>
              <a:defRPr sz="1600">
                <a:solidFill>
                  <a:srgbClr val="FFFFFF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0B919CC2-2A65-446F-B538-9E624903544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05951" y="6456916"/>
            <a:ext cx="2844799" cy="365125"/>
          </a:xfrm>
        </p:spPr>
        <p:txBody>
          <a:bodyPr/>
          <a:lstStyle/>
          <a:p>
            <a:fld id="{D82884F1-FFEA-405F-9602-3DCA865EDA4E}" type="datetime1">
              <a:rPr lang="en-US" smtClean="0"/>
              <a:t>9/2/2025</a:t>
            </a:fld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B72412AE-119E-4982-8B24-63365EFCA7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81192" y="6452590"/>
            <a:ext cx="6917210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7FC4BB19-6AD1-45CF-9F99-00B109890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58300" y="6456916"/>
            <a:ext cx="1052510" cy="365125"/>
          </a:xfrm>
        </p:spPr>
        <p:txBody>
          <a:bodyPr/>
          <a:lstStyle/>
          <a:p>
            <a:fld id="{3A98EE3D-8CD1-4C3F-BD1C-C98C959646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617666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7817" y="641350"/>
            <a:ext cx="11290859" cy="3651249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2" y="5260127"/>
            <a:ext cx="11029617" cy="998148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8DB4A-8810-4A10-AD5C-D5E2C667F5B3}" type="datetime1">
              <a:rPr lang="en-US" smtClean="0"/>
              <a:t>9/2/2025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732895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ED4963-E985-44C4-B8C4-FDD613B7C2F8}" type="datetime1">
              <a:rPr lang="en-US" smtClean="0"/>
              <a:t>9/2/2025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835911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058151" y="599725"/>
            <a:ext cx="3687316" cy="5816950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204200" y="863600"/>
            <a:ext cx="3124200" cy="4807326"/>
          </a:xfrm>
        </p:spPr>
        <p:txBody>
          <a:bodyPr vert="eaVert" anchor="ctr"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4923" y="863600"/>
            <a:ext cx="7161625" cy="4807326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6423B97-A5D4-47B9-8861-73B3707A04CF}"/>
              </a:ext>
            </a:extLst>
          </p:cNvPr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AEC0421-37B4-4481-A10D-69FDF5EC7909}"/>
              </a:ext>
            </a:extLst>
          </p:cNvPr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F7265B5-9F97-4F1E-99E9-74F7B7E62337}"/>
              </a:ext>
            </a:extLst>
          </p:cNvPr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5C74A470-3BD3-4F33-80E5-67E6E87FCB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91B17-9318-49DB-B28B-6E5994AE9581}" type="datetime1">
              <a:rPr lang="en-US" smtClean="0"/>
              <a:t>9/2/2025</a:t>
            </a:fld>
            <a:endParaRPr lang="en-US" dirty="0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9A3A30BA-DB50-4D7D-BCDE-17D20FB354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76FF9E58-C0B2-436B-A21C-DB45A00D65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888496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2336002"/>
            <a:ext cx="11029616" cy="365204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05951" y="6423914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ED291B17-9318-49DB-B28B-6E5994AE9581}" type="datetime1">
              <a:rPr lang="en-US" smtClean="0"/>
              <a:t>9/2/2025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1192" y="6423914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0" y="6423914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30008978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6" r:id="rId1"/>
    <p:sldLayoutId id="2147483757" r:id="rId2"/>
    <p:sldLayoutId id="2147483758" r:id="rId3"/>
    <p:sldLayoutId id="2147483759" r:id="rId4"/>
    <p:sldLayoutId id="2147483711" r:id="rId5"/>
    <p:sldLayoutId id="2147483760" r:id="rId6"/>
    <p:sldLayoutId id="2147483762" r:id="rId7"/>
    <p:sldLayoutId id="2147483706" r:id="rId8"/>
    <p:sldLayoutId id="2147483709" r:id="rId9"/>
    <p:sldLayoutId id="2147483707" r:id="rId10"/>
    <p:sldLayoutId id="2147483708" r:id="rId11"/>
  </p:sldLayoutIdLst>
  <p:hf sldNum="0" hdr="0" ftr="0" dt="0"/>
  <p:txStyles>
    <p:titleStyle>
      <a:lvl1pPr algn="l" defTabSz="457200" rtl="0" eaLnBrk="1" latinLnBrk="0" hangingPunct="1">
        <a:lnSpc>
          <a:spcPct val="100000"/>
        </a:lnSpc>
        <a:spcBef>
          <a:spcPct val="0"/>
        </a:spcBef>
        <a:buNone/>
        <a:defRPr sz="2800" b="0" kern="1200" cap="all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lnSpc>
          <a:spcPct val="110000"/>
        </a:lnSpc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7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3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1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1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D6D7A0BC-0046-4CAA-8E7F-DCAFE511EA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C21E816-31F5-48BB-BD02-D15F2F18B4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</p:spPr>
        <p:txBody>
          <a:bodyPr>
            <a:normAutofit/>
          </a:bodyPr>
          <a:lstStyle/>
          <a:p>
            <a:r>
              <a:rPr lang="en-US" dirty="0" err="1"/>
              <a:t>Awg</a:t>
            </a:r>
            <a:r>
              <a:rPr lang="en-US" dirty="0"/>
              <a:t> automation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35D6E6B-3353-491C-A3C6-F278D6CED8B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468233"/>
          </a:xfrm>
        </p:spPr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7C6334F-6411-41EC-AD7D-179EDD8B58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6B02CEE-3AF8-4349-9B3E-8970E6DF62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AAA01CF0-3FB5-44EB-B7DE-F2E86374C2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6" name="Picture 5" descr="abstract image">
            <a:extLst>
              <a:ext uri="{FF2B5EF4-FFF2-40B4-BE49-F238E27FC236}">
                <a16:creationId xmlns:a16="http://schemas.microsoft.com/office/drawing/2014/main" id="{F1A8C364-94D4-4630-BAD0-78722F347055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48733" y="3081867"/>
            <a:ext cx="11260667" cy="33104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58055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562972-3449-42D1-8185-B4BEFD52AB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635325"/>
          </a:xfrm>
        </p:spPr>
        <p:txBody>
          <a:bodyPr/>
          <a:lstStyle/>
          <a:p>
            <a:pPr algn="ctr"/>
            <a:r>
              <a:rPr lang="en-US" dirty="0"/>
              <a:t>Improved features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F97FAC4-710F-ECDC-371E-664E906847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340864"/>
            <a:ext cx="3936217" cy="3634486"/>
          </a:xfrm>
        </p:spPr>
        <p:txBody>
          <a:bodyPr>
            <a:normAutofit/>
          </a:bodyPr>
          <a:lstStyle/>
          <a:p>
            <a:r>
              <a:rPr lang="en-IN" dirty="0"/>
              <a:t>Simplified the GUI for channels</a:t>
            </a:r>
          </a:p>
          <a:p>
            <a:r>
              <a:rPr lang="en-IN" dirty="0"/>
              <a:t>Option to develop multiple CSVs at a time</a:t>
            </a:r>
          </a:p>
          <a:p>
            <a:r>
              <a:rPr lang="en-IN" dirty="0"/>
              <a:t>Option to sweep over output amplitude</a:t>
            </a:r>
          </a:p>
        </p:txBody>
      </p:sp>
      <p:pic>
        <p:nvPicPr>
          <p:cNvPr id="6" name="Picture 5" descr="A black and white sign with a triangle&#10;&#10;AI-generated content may be incorrect.">
            <a:extLst>
              <a:ext uri="{FF2B5EF4-FFF2-40B4-BE49-F238E27FC236}">
                <a16:creationId xmlns:a16="http://schemas.microsoft.com/office/drawing/2014/main" id="{A61DFFAD-5963-BAF6-A36E-A976AEB360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1743" y="1403994"/>
            <a:ext cx="1671851" cy="52180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78465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C2E3DE-DC8D-0471-0D2E-C943578CD6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935575"/>
          </a:xfrm>
        </p:spPr>
        <p:txBody>
          <a:bodyPr>
            <a:normAutofit fontScale="90000"/>
          </a:bodyPr>
          <a:lstStyle/>
          <a:p>
            <a:pPr algn="ctr"/>
            <a:r>
              <a:rPr lang="en-IN" dirty="0"/>
              <a:t>Training and validation loss for best model (</a:t>
            </a:r>
            <a:r>
              <a:rPr lang="en-IN"/>
              <a:t>trail continuing)</a:t>
            </a:r>
            <a:endParaRPr lang="en-IN" dirty="0"/>
          </a:p>
        </p:txBody>
      </p:sp>
      <p:pic>
        <p:nvPicPr>
          <p:cNvPr id="7" name="Content Placeholder 6" descr="A diagram of a cable&#10;&#10;AI-generated content may be incorrect.">
            <a:extLst>
              <a:ext uri="{FF2B5EF4-FFF2-40B4-BE49-F238E27FC236}">
                <a16:creationId xmlns:a16="http://schemas.microsoft.com/office/drawing/2014/main" id="{5E81DACA-01CD-4E02-B1F6-E748E9BD8E9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324225" y="2867819"/>
            <a:ext cx="5543550" cy="2581275"/>
          </a:xfrm>
        </p:spPr>
      </p:pic>
    </p:spTree>
    <p:extLst>
      <p:ext uri="{BB962C8B-B14F-4D97-AF65-F5344CB8AC3E}">
        <p14:creationId xmlns:p14="http://schemas.microsoft.com/office/powerpoint/2010/main" val="3122117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57A138-2B6A-2048-0E2C-278A67E6D1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374610"/>
            <a:ext cx="11029616" cy="1188720"/>
          </a:xfrm>
        </p:spPr>
        <p:txBody>
          <a:bodyPr/>
          <a:lstStyle/>
          <a:p>
            <a:pPr algn="ctr"/>
            <a:r>
              <a:rPr lang="en-IN" dirty="0"/>
              <a:t>Running status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E4D087F-7D86-AB61-262B-5E50E7114A57}"/>
              </a:ext>
            </a:extLst>
          </p:cNvPr>
          <p:cNvSpPr txBox="1"/>
          <p:nvPr/>
        </p:nvSpPr>
        <p:spPr>
          <a:xfrm>
            <a:off x="484496" y="3316406"/>
            <a:ext cx="15080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IN" dirty="0"/>
          </a:p>
        </p:txBody>
      </p:sp>
      <p:pic>
        <p:nvPicPr>
          <p:cNvPr id="7" name="Content Placeholder 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756B8AF1-5B90-1769-FACF-E6CE1B59FCD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657600" y="1562354"/>
            <a:ext cx="6329451" cy="4995395"/>
          </a:xfrm>
        </p:spPr>
      </p:pic>
    </p:spTree>
    <p:extLst>
      <p:ext uri="{BB962C8B-B14F-4D97-AF65-F5344CB8AC3E}">
        <p14:creationId xmlns:p14="http://schemas.microsoft.com/office/powerpoint/2010/main" val="6313094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4FB5F5-32EA-520A-037F-38CC8FC212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/>
              <a:t>Output </a:t>
            </a:r>
          </a:p>
        </p:txBody>
      </p:sp>
      <p:pic>
        <p:nvPicPr>
          <p:cNvPr id="8" name="Content Placeholder 7" descr="A screen shot of a graph&#10;&#10;AI-generated content may be incorrect.">
            <a:extLst>
              <a:ext uri="{FF2B5EF4-FFF2-40B4-BE49-F238E27FC236}">
                <a16:creationId xmlns:a16="http://schemas.microsoft.com/office/drawing/2014/main" id="{549DAE11-8C0D-516A-0A22-F3D28593A6A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585368" y="2252853"/>
            <a:ext cx="6296214" cy="4414078"/>
          </a:xfrm>
        </p:spPr>
      </p:pic>
    </p:spTree>
    <p:extLst>
      <p:ext uri="{BB962C8B-B14F-4D97-AF65-F5344CB8AC3E}">
        <p14:creationId xmlns:p14="http://schemas.microsoft.com/office/powerpoint/2010/main" val="25967368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23D6E4-EEBD-8381-C7E4-0FFF5ED8FA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 err="1"/>
              <a:t>Awg</a:t>
            </a:r>
            <a:r>
              <a:rPr lang="en-IN" dirty="0"/>
              <a:t> automation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217C7A-2CA5-7F13-6CC9-89FED033F8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Establish connection using ssh or </a:t>
            </a:r>
            <a:r>
              <a:rPr lang="en-IN" dirty="0" err="1"/>
              <a:t>scp</a:t>
            </a:r>
            <a:endParaRPr lang="en-IN" dirty="0"/>
          </a:p>
          <a:p>
            <a:r>
              <a:rPr lang="en-IN" dirty="0"/>
              <a:t>Send the files through ssh</a:t>
            </a:r>
          </a:p>
          <a:p>
            <a:r>
              <a:rPr lang="en-IN" dirty="0"/>
              <a:t>Make the output more accurate</a:t>
            </a:r>
          </a:p>
          <a:p>
            <a:r>
              <a:rPr lang="en-IN" dirty="0"/>
              <a:t>Make the plots interactive</a:t>
            </a:r>
          </a:p>
        </p:txBody>
      </p:sp>
    </p:spTree>
    <p:extLst>
      <p:ext uri="{BB962C8B-B14F-4D97-AF65-F5344CB8AC3E}">
        <p14:creationId xmlns:p14="http://schemas.microsoft.com/office/powerpoint/2010/main" val="23797294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BED0EA-AEF2-C591-81E9-3D4963A769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 err="1"/>
              <a:t>Awg</a:t>
            </a:r>
            <a:r>
              <a:rPr lang="en-IN" dirty="0"/>
              <a:t> automation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026C54-7100-9723-260F-93FB4053F5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Installed open ssh </a:t>
            </a:r>
          </a:p>
          <a:p>
            <a:r>
              <a:rPr lang="en-IN" dirty="0"/>
              <a:t>Implemented file transferring via ssh</a:t>
            </a:r>
          </a:p>
          <a:p>
            <a:r>
              <a:rPr lang="en-IN" dirty="0"/>
              <a:t>Tested file transfer with ssh</a:t>
            </a:r>
          </a:p>
          <a:p>
            <a:r>
              <a:rPr lang="en-IN" dirty="0"/>
              <a:t>The plots made interactive using </a:t>
            </a:r>
            <a:r>
              <a:rPr lang="en-IN" dirty="0" err="1"/>
              <a:t>plotly</a:t>
            </a:r>
            <a:endParaRPr lang="en-IN" dirty="0"/>
          </a:p>
          <a:p>
            <a:pPr marL="0" indent="0">
              <a:buNone/>
            </a:pPr>
            <a:endParaRPr lang="en-IN" dirty="0"/>
          </a:p>
          <a:p>
            <a:pPr marL="0" indent="0">
              <a:buNone/>
            </a:pP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231286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graph with red lines">
            <a:extLst>
              <a:ext uri="{FF2B5EF4-FFF2-40B4-BE49-F238E27FC236}">
                <a16:creationId xmlns:a16="http://schemas.microsoft.com/office/drawing/2014/main" id="{167BAD9A-5C6E-C54D-FEB5-C47FAF43E4E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26191" y="2341563"/>
            <a:ext cx="8168185" cy="4025118"/>
          </a:xfrm>
        </p:spPr>
      </p:pic>
    </p:spTree>
    <p:extLst>
      <p:ext uri="{BB962C8B-B14F-4D97-AF65-F5344CB8AC3E}">
        <p14:creationId xmlns:p14="http://schemas.microsoft.com/office/powerpoint/2010/main" val="422362582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E9457F-22CF-64BC-8D38-CC8D8A339D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9" name="Content Placeholder 8" descr="A graph with red lines&#10;&#10;AI-generated content may be incorrect.">
            <a:extLst>
              <a:ext uri="{FF2B5EF4-FFF2-40B4-BE49-F238E27FC236}">
                <a16:creationId xmlns:a16="http://schemas.microsoft.com/office/drawing/2014/main" id="{AD5F1F2D-E72A-1C76-9031-D511A60BBE6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66884" y="2341563"/>
            <a:ext cx="8980225" cy="3997822"/>
          </a:xfrm>
        </p:spPr>
      </p:pic>
    </p:spTree>
    <p:extLst>
      <p:ext uri="{BB962C8B-B14F-4D97-AF65-F5344CB8AC3E}">
        <p14:creationId xmlns:p14="http://schemas.microsoft.com/office/powerpoint/2010/main" val="388946349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screen shot of a computer&#10;&#10;AI-generated content may be incorrect.">
            <a:extLst>
              <a:ext uri="{FF2B5EF4-FFF2-40B4-BE49-F238E27FC236}">
                <a16:creationId xmlns:a16="http://schemas.microsoft.com/office/drawing/2014/main" id="{1204DEC4-E204-964B-8E20-2814F0E3BED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97822" y="812043"/>
            <a:ext cx="10596356" cy="5431807"/>
          </a:xfrm>
        </p:spPr>
      </p:pic>
    </p:spTree>
    <p:extLst>
      <p:ext uri="{BB962C8B-B14F-4D97-AF65-F5344CB8AC3E}">
        <p14:creationId xmlns:p14="http://schemas.microsoft.com/office/powerpoint/2010/main" val="57270553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E981A8-561D-D8A4-3E7D-98F5B35E01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635325"/>
          </a:xfrm>
        </p:spPr>
        <p:txBody>
          <a:bodyPr/>
          <a:lstStyle/>
          <a:p>
            <a:pPr algn="ctr"/>
            <a:r>
              <a:rPr lang="en-IN" dirty="0"/>
              <a:t>Output of </a:t>
            </a:r>
            <a:r>
              <a:rPr lang="en-IN" dirty="0" err="1"/>
              <a:t>lfm</a:t>
            </a:r>
            <a:r>
              <a:rPr lang="en-IN" dirty="0"/>
              <a:t> generated using </a:t>
            </a:r>
            <a:r>
              <a:rPr lang="en-IN" dirty="0" err="1"/>
              <a:t>iq</a:t>
            </a:r>
            <a:r>
              <a:rPr lang="en-IN" dirty="0"/>
              <a:t> tools software</a:t>
            </a:r>
          </a:p>
        </p:txBody>
      </p:sp>
      <p:pic>
        <p:nvPicPr>
          <p:cNvPr id="5" name="Content Placeholder 4" descr="A graph of a sound wave&#10;&#10;AI-generated content may be incorrect.">
            <a:extLst>
              <a:ext uri="{FF2B5EF4-FFF2-40B4-BE49-F238E27FC236}">
                <a16:creationId xmlns:a16="http://schemas.microsoft.com/office/drawing/2014/main" id="{BBA4D331-3053-50EB-71A5-01993A47E0A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51478" y="1571611"/>
            <a:ext cx="5878725" cy="3424333"/>
          </a:xfrm>
        </p:spPr>
      </p:pic>
      <p:pic>
        <p:nvPicPr>
          <p:cNvPr id="7" name="Picture 6" descr="A blue line graph with text&#10;&#10;AI-generated content may be incorrect.">
            <a:extLst>
              <a:ext uri="{FF2B5EF4-FFF2-40B4-BE49-F238E27FC236}">
                <a16:creationId xmlns:a16="http://schemas.microsoft.com/office/drawing/2014/main" id="{83EC29E9-273C-D1AF-2B29-003C1E4724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5989" y="1681658"/>
            <a:ext cx="5442470" cy="32042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977265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A585CB-8ACC-210E-CA1B-DE6C2BA3E4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532966"/>
          </a:xfrm>
        </p:spPr>
        <p:txBody>
          <a:bodyPr/>
          <a:lstStyle/>
          <a:p>
            <a:pPr algn="ctr"/>
            <a:r>
              <a:rPr lang="en-IN" dirty="0"/>
              <a:t>Output of </a:t>
            </a:r>
            <a:r>
              <a:rPr lang="en-IN" dirty="0" err="1"/>
              <a:t>lfm</a:t>
            </a:r>
            <a:r>
              <a:rPr lang="en-IN" dirty="0"/>
              <a:t> generated using </a:t>
            </a:r>
            <a:r>
              <a:rPr lang="en-IN" dirty="0" err="1"/>
              <a:t>gui</a:t>
            </a:r>
            <a:endParaRPr lang="en-IN" dirty="0"/>
          </a:p>
        </p:txBody>
      </p:sp>
      <p:pic>
        <p:nvPicPr>
          <p:cNvPr id="5" name="Content Placeholder 4" descr="A blue line graph with white text&#10;&#10;AI-generated content may be incorrect.">
            <a:extLst>
              <a:ext uri="{FF2B5EF4-FFF2-40B4-BE49-F238E27FC236}">
                <a16:creationId xmlns:a16="http://schemas.microsoft.com/office/drawing/2014/main" id="{F8BE14B1-BCFF-ABF6-FD7A-DF9E1CC759F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43850" y="1693294"/>
            <a:ext cx="5101963" cy="3633787"/>
          </a:xfrm>
        </p:spPr>
      </p:pic>
      <p:pic>
        <p:nvPicPr>
          <p:cNvPr id="7" name="Picture 6" descr="A graph of a sound wave&#10;&#10;AI-generated content may be incorrect.">
            <a:extLst>
              <a:ext uri="{FF2B5EF4-FFF2-40B4-BE49-F238E27FC236}">
                <a16:creationId xmlns:a16="http://schemas.microsoft.com/office/drawing/2014/main" id="{0FD1A9F4-E065-08E8-F355-C6C4A58D9E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747" y="1780949"/>
            <a:ext cx="5894838" cy="35461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360847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1D8C03-C4EB-8FE9-9F3C-4C5EC3E340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444256"/>
          </a:xfrm>
        </p:spPr>
        <p:txBody>
          <a:bodyPr>
            <a:normAutofit fontScale="90000"/>
          </a:bodyPr>
          <a:lstStyle/>
          <a:p>
            <a:pPr algn="ctr"/>
            <a:r>
              <a:rPr lang="en-IN" dirty="0"/>
              <a:t>Output of </a:t>
            </a:r>
            <a:r>
              <a:rPr lang="en-IN" dirty="0" err="1"/>
              <a:t>lfm</a:t>
            </a:r>
            <a:r>
              <a:rPr lang="en-IN" dirty="0"/>
              <a:t> generated using </a:t>
            </a:r>
            <a:r>
              <a:rPr lang="en-IN" dirty="0" err="1"/>
              <a:t>gui</a:t>
            </a:r>
            <a:endParaRPr lang="en-IN" dirty="0"/>
          </a:p>
        </p:txBody>
      </p:sp>
      <p:pic>
        <p:nvPicPr>
          <p:cNvPr id="5" name="Content Placeholder 4" descr="A graph of a waveform&#10;&#10;AI-generated content may be incorrect.">
            <a:extLst>
              <a:ext uri="{FF2B5EF4-FFF2-40B4-BE49-F238E27FC236}">
                <a16:creationId xmlns:a16="http://schemas.microsoft.com/office/drawing/2014/main" id="{8F8C42A1-C106-C746-70E0-DBD54338403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91595" y="1612106"/>
            <a:ext cx="5465904" cy="3633787"/>
          </a:xfrm>
        </p:spPr>
      </p:pic>
      <p:pic>
        <p:nvPicPr>
          <p:cNvPr id="7" name="Picture 6" descr="A blue line graph with white text&#10;&#10;AI-generated content may be incorrect.">
            <a:extLst>
              <a:ext uri="{FF2B5EF4-FFF2-40B4-BE49-F238E27FC236}">
                <a16:creationId xmlns:a16="http://schemas.microsoft.com/office/drawing/2014/main" id="{F9BE61F3-4D0C-30CA-A3D9-4A7C3CA412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3845" y="1612105"/>
            <a:ext cx="5465904" cy="35603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727313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60CD81-29E4-82CC-7771-AA5C53457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621677"/>
          </a:xfrm>
        </p:spPr>
        <p:txBody>
          <a:bodyPr/>
          <a:lstStyle/>
          <a:p>
            <a:pPr algn="ctr"/>
            <a:r>
              <a:rPr lang="en-IN" dirty="0"/>
              <a:t>Output from </a:t>
            </a:r>
            <a:r>
              <a:rPr lang="en-IN" dirty="0" err="1"/>
              <a:t>awg</a:t>
            </a:r>
            <a:r>
              <a:rPr lang="en-IN" dirty="0"/>
              <a:t> without generating waveform</a:t>
            </a:r>
          </a:p>
        </p:txBody>
      </p:sp>
      <p:pic>
        <p:nvPicPr>
          <p:cNvPr id="5" name="Content Placeholder 4" descr="A graph with a blue line&#10;&#10;AI-generated content may be incorrect.">
            <a:extLst>
              <a:ext uri="{FF2B5EF4-FFF2-40B4-BE49-F238E27FC236}">
                <a16:creationId xmlns:a16="http://schemas.microsoft.com/office/drawing/2014/main" id="{11775C54-E971-5A7A-C834-2CD9FD6A098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303362" y="2047164"/>
            <a:ext cx="9387360" cy="4537881"/>
          </a:xfrm>
        </p:spPr>
      </p:pic>
    </p:spTree>
    <p:extLst>
      <p:ext uri="{BB962C8B-B14F-4D97-AF65-F5344CB8AC3E}">
        <p14:creationId xmlns:p14="http://schemas.microsoft.com/office/powerpoint/2010/main" val="2044026641"/>
      </p:ext>
    </p:extLst>
  </p:cSld>
  <p:clrMapOvr>
    <a:masterClrMapping/>
  </p:clrMapOvr>
</p:sld>
</file>

<file path=ppt/theme/theme1.xml><?xml version="1.0" encoding="utf-8"?>
<a:theme xmlns:a="http://schemas.openxmlformats.org/drawingml/2006/main" name="DividendVTI">
  <a:themeElements>
    <a:clrScheme name="Blue II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Dividend">
      <a:majorFont>
        <a:latin typeface="Franklin Gothic Demi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Franklin Gothic Book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VTI" id="{97558BDE-0B66-457C-BB6F-7B1B22DAA9B8}" vid="{F53508A3-AC60-448A-AF37-934D5F1A0D5E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a410dd7f93c95333ffa1b60ed6adedd1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a936d9baba76aa3866493feff160faab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927BD4C1-B6B1-4715-ABF9-E660A51A4EA0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41E7CA09-9778-4414-AE97-8064B12DA30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8D289AE2-D2AE-49D1-AFAC-3A79F6794255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{08928BC3-881E-4847-971F-6EF300D8A601}tf33552983_win32</Template>
  <TotalTime>1132</TotalTime>
  <Words>106</Words>
  <Application>Microsoft Office PowerPoint</Application>
  <PresentationFormat>Widescreen</PresentationFormat>
  <Paragraphs>22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Franklin Gothic Book</vt:lpstr>
      <vt:lpstr>Franklin Gothic Demi</vt:lpstr>
      <vt:lpstr>Wingdings 2</vt:lpstr>
      <vt:lpstr>DividendVTI</vt:lpstr>
      <vt:lpstr>Awg automation</vt:lpstr>
      <vt:lpstr>Improved features</vt:lpstr>
      <vt:lpstr>Training and validation loss for best model (trail continuing)</vt:lpstr>
      <vt:lpstr>Running status</vt:lpstr>
      <vt:lpstr>Output </vt:lpstr>
      <vt:lpstr>Awg automation</vt:lpstr>
      <vt:lpstr>Awg automation</vt:lpstr>
      <vt:lpstr>PowerPoint Presentation</vt:lpstr>
      <vt:lpstr>PowerPoint Presentation</vt:lpstr>
      <vt:lpstr>PowerPoint Presentation</vt:lpstr>
      <vt:lpstr>Output of lfm generated using iq tools software</vt:lpstr>
      <vt:lpstr>Output of lfm generated using gui</vt:lpstr>
      <vt:lpstr>Output of lfm generated using gui</vt:lpstr>
      <vt:lpstr>Output from awg without generating waveform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Vijayanand Kuttikattu Vadakeppattu</dc:creator>
  <cp:lastModifiedBy>Vijayanand Kuttikattu Vadakeppattu</cp:lastModifiedBy>
  <cp:revision>5</cp:revision>
  <dcterms:created xsi:type="dcterms:W3CDTF">2025-07-22T05:53:31Z</dcterms:created>
  <dcterms:modified xsi:type="dcterms:W3CDTF">2025-09-02T11:05:25Z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