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4" r:id="rId8"/>
    <p:sldId id="260" r:id="rId9"/>
    <p:sldId id="261" r:id="rId10"/>
    <p:sldId id="262" r:id="rId11"/>
    <p:sldId id="263" r:id="rId12"/>
    <p:sldId id="265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584EA-5379-41B8-B838-2700DFF463FB}" v="6" dt="2025-08-26T11:03:52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anand Kuttikattu Vadakeppattu" userId="844320508617db3f" providerId="LiveId" clId="{846584EA-5379-41B8-B838-2700DFF463FB}"/>
    <pc:docChg chg="custSel addSld delSld modSld">
      <pc:chgData name="Vijayanand Kuttikattu Vadakeppattu" userId="844320508617db3f" providerId="LiveId" clId="{846584EA-5379-41B8-B838-2700DFF463FB}" dt="2025-08-26T13:03:44.874" v="129" actId="27636"/>
      <pc:docMkLst>
        <pc:docMk/>
      </pc:docMkLst>
      <pc:sldChg chg="addSp delSp modSp new mod">
        <pc:chgData name="Vijayanand Kuttikattu Vadakeppattu" userId="844320508617db3f" providerId="LiveId" clId="{846584EA-5379-41B8-B838-2700DFF463FB}" dt="2025-08-26T09:15:20.051" v="63" actId="122"/>
        <pc:sldMkLst>
          <pc:docMk/>
          <pc:sldMk cId="281085668" sldId="266"/>
        </pc:sldMkLst>
        <pc:spChg chg="mod">
          <ac:chgData name="Vijayanand Kuttikattu Vadakeppattu" userId="844320508617db3f" providerId="LiveId" clId="{846584EA-5379-41B8-B838-2700DFF463FB}" dt="2025-08-26T09:15:20.051" v="63" actId="122"/>
          <ac:spMkLst>
            <pc:docMk/>
            <pc:sldMk cId="281085668" sldId="266"/>
            <ac:spMk id="2" creationId="{DDC20246-B6B2-24D2-03C5-17E749DD38B6}"/>
          </ac:spMkLst>
        </pc:spChg>
        <pc:spChg chg="del">
          <ac:chgData name="Vijayanand Kuttikattu Vadakeppattu" userId="844320508617db3f" providerId="LiveId" clId="{846584EA-5379-41B8-B838-2700DFF463FB}" dt="2025-08-26T09:14:33.483" v="1" actId="931"/>
          <ac:spMkLst>
            <pc:docMk/>
            <pc:sldMk cId="281085668" sldId="266"/>
            <ac:spMk id="3" creationId="{C66C978F-9397-961B-74AD-8CE0ECE1944E}"/>
          </ac:spMkLst>
        </pc:spChg>
        <pc:picChg chg="add mod">
          <ac:chgData name="Vijayanand Kuttikattu Vadakeppattu" userId="844320508617db3f" providerId="LiveId" clId="{846584EA-5379-41B8-B838-2700DFF463FB}" dt="2025-08-26T09:14:45.140" v="7" actId="14100"/>
          <ac:picMkLst>
            <pc:docMk/>
            <pc:sldMk cId="281085668" sldId="266"/>
            <ac:picMk id="5" creationId="{87129473-FB1A-E85C-647B-878DEEFCFA6E}"/>
          </ac:picMkLst>
        </pc:picChg>
      </pc:sldChg>
      <pc:sldChg chg="addSp delSp modSp new del mod">
        <pc:chgData name="Vijayanand Kuttikattu Vadakeppattu" userId="844320508617db3f" providerId="LiveId" clId="{846584EA-5379-41B8-B838-2700DFF463FB}" dt="2025-08-26T10:29:31.011" v="78" actId="47"/>
        <pc:sldMkLst>
          <pc:docMk/>
          <pc:sldMk cId="1077401797" sldId="267"/>
        </pc:sldMkLst>
        <pc:spChg chg="del mod">
          <ac:chgData name="Vijayanand Kuttikattu Vadakeppattu" userId="844320508617db3f" providerId="LiveId" clId="{846584EA-5379-41B8-B838-2700DFF463FB}" dt="2025-08-26T10:28:56.478" v="76" actId="478"/>
          <ac:spMkLst>
            <pc:docMk/>
            <pc:sldMk cId="1077401797" sldId="267"/>
            <ac:spMk id="2" creationId="{20C46A29-F9E6-D80E-EF8B-5A0C493F6A31}"/>
          </ac:spMkLst>
        </pc:spChg>
        <pc:spChg chg="del">
          <ac:chgData name="Vijayanand Kuttikattu Vadakeppattu" userId="844320508617db3f" providerId="LiveId" clId="{846584EA-5379-41B8-B838-2700DFF463FB}" dt="2025-08-26T10:28:48.774" v="73" actId="931"/>
          <ac:spMkLst>
            <pc:docMk/>
            <pc:sldMk cId="1077401797" sldId="267"/>
            <ac:spMk id="3" creationId="{6FDE9496-46C1-6E2D-9C68-AB7FDBFC6707}"/>
          </ac:spMkLst>
        </pc:spChg>
        <pc:spChg chg="add mod">
          <ac:chgData name="Vijayanand Kuttikattu Vadakeppattu" userId="844320508617db3f" providerId="LiveId" clId="{846584EA-5379-41B8-B838-2700DFF463FB}" dt="2025-08-26T10:29:27.819" v="77" actId="21"/>
          <ac:spMkLst>
            <pc:docMk/>
            <pc:sldMk cId="1077401797" sldId="267"/>
            <ac:spMk id="7" creationId="{87F9AB51-3047-BA11-2D22-338D5CF50C7D}"/>
          </ac:spMkLst>
        </pc:spChg>
        <pc:picChg chg="add del mod">
          <ac:chgData name="Vijayanand Kuttikattu Vadakeppattu" userId="844320508617db3f" providerId="LiveId" clId="{846584EA-5379-41B8-B838-2700DFF463FB}" dt="2025-08-26T10:29:27.819" v="77" actId="21"/>
          <ac:picMkLst>
            <pc:docMk/>
            <pc:sldMk cId="1077401797" sldId="267"/>
            <ac:picMk id="5" creationId="{1204DEC4-E204-964B-8E20-2814F0E3BED4}"/>
          </ac:picMkLst>
        </pc:picChg>
      </pc:sldChg>
      <pc:sldChg chg="addSp delSp modSp new mod">
        <pc:chgData name="Vijayanand Kuttikattu Vadakeppattu" userId="844320508617db3f" providerId="LiveId" clId="{846584EA-5379-41B8-B838-2700DFF463FB}" dt="2025-08-26T13:03:44.874" v="129" actId="27636"/>
        <pc:sldMkLst>
          <pc:docMk/>
          <pc:sldMk cId="3346196957" sldId="267"/>
        </pc:sldMkLst>
        <pc:spChg chg="mod">
          <ac:chgData name="Vijayanand Kuttikattu Vadakeppattu" userId="844320508617db3f" providerId="LiveId" clId="{846584EA-5379-41B8-B838-2700DFF463FB}" dt="2025-08-26T13:03:44.874" v="129" actId="27636"/>
          <ac:spMkLst>
            <pc:docMk/>
            <pc:sldMk cId="3346196957" sldId="267"/>
            <ac:spMk id="2" creationId="{943A1210-FC06-82D2-2B35-6891F75916A8}"/>
          </ac:spMkLst>
        </pc:spChg>
        <pc:spChg chg="del">
          <ac:chgData name="Vijayanand Kuttikattu Vadakeppattu" userId="844320508617db3f" providerId="LiveId" clId="{846584EA-5379-41B8-B838-2700DFF463FB}" dt="2025-08-26T11:00:20.814" v="80" actId="931"/>
          <ac:spMkLst>
            <pc:docMk/>
            <pc:sldMk cId="3346196957" sldId="267"/>
            <ac:spMk id="3" creationId="{98C489FD-D048-4274-1E64-47A6A8D95627}"/>
          </ac:spMkLst>
        </pc:spChg>
        <pc:picChg chg="add mod">
          <ac:chgData name="Vijayanand Kuttikattu Vadakeppattu" userId="844320508617db3f" providerId="LiveId" clId="{846584EA-5379-41B8-B838-2700DFF463FB}" dt="2025-08-26T11:00:25.657" v="84" actId="14100"/>
          <ac:picMkLst>
            <pc:docMk/>
            <pc:sldMk cId="3346196957" sldId="267"/>
            <ac:picMk id="5" creationId="{3CCA0A0F-22DC-76C8-E3EE-2DB7A9AD793B}"/>
          </ac:picMkLst>
        </pc:picChg>
      </pc:sldChg>
      <pc:sldChg chg="addSp delSp modSp new mod">
        <pc:chgData name="Vijayanand Kuttikattu Vadakeppattu" userId="844320508617db3f" providerId="LiveId" clId="{846584EA-5379-41B8-B838-2700DFF463FB}" dt="2025-08-26T11:04:17.858" v="107" actId="478"/>
        <pc:sldMkLst>
          <pc:docMk/>
          <pc:sldMk cId="1271292491" sldId="268"/>
        </pc:sldMkLst>
        <pc:spChg chg="del">
          <ac:chgData name="Vijayanand Kuttikattu Vadakeppattu" userId="844320508617db3f" providerId="LiveId" clId="{846584EA-5379-41B8-B838-2700DFF463FB}" dt="2025-08-26T11:04:17.858" v="107" actId="478"/>
          <ac:spMkLst>
            <pc:docMk/>
            <pc:sldMk cId="1271292491" sldId="268"/>
            <ac:spMk id="2" creationId="{FAE9E833-336E-CA3F-334C-AF4AEB2012DC}"/>
          </ac:spMkLst>
        </pc:spChg>
        <pc:spChg chg="del">
          <ac:chgData name="Vijayanand Kuttikattu Vadakeppattu" userId="844320508617db3f" providerId="LiveId" clId="{846584EA-5379-41B8-B838-2700DFF463FB}" dt="2025-08-26T11:02:50.737" v="86" actId="931"/>
          <ac:spMkLst>
            <pc:docMk/>
            <pc:sldMk cId="1271292491" sldId="268"/>
            <ac:spMk id="3" creationId="{C10FAC75-581D-F390-17FB-1B14BB0ADF98}"/>
          </ac:spMkLst>
        </pc:spChg>
        <pc:spChg chg="add del mod">
          <ac:chgData name="Vijayanand Kuttikattu Vadakeppattu" userId="844320508617db3f" providerId="LiveId" clId="{846584EA-5379-41B8-B838-2700DFF463FB}" dt="2025-08-26T11:03:15.100" v="95" actId="931"/>
          <ac:spMkLst>
            <pc:docMk/>
            <pc:sldMk cId="1271292491" sldId="268"/>
            <ac:spMk id="9" creationId="{5DC41E69-482B-C69B-2F1C-48F9C110C365}"/>
          </ac:spMkLst>
        </pc:spChg>
        <pc:picChg chg="add del mod">
          <ac:chgData name="Vijayanand Kuttikattu Vadakeppattu" userId="844320508617db3f" providerId="LiveId" clId="{846584EA-5379-41B8-B838-2700DFF463FB}" dt="2025-08-26T11:03:07.305" v="94" actId="478"/>
          <ac:picMkLst>
            <pc:docMk/>
            <pc:sldMk cId="1271292491" sldId="268"/>
            <ac:picMk id="5" creationId="{1B924D36-3336-517E-9A11-6437D44F7514}"/>
          </ac:picMkLst>
        </pc:picChg>
        <pc:picChg chg="add del mod">
          <ac:chgData name="Vijayanand Kuttikattu Vadakeppattu" userId="844320508617db3f" providerId="LiveId" clId="{846584EA-5379-41B8-B838-2700DFF463FB}" dt="2025-08-26T11:03:07.305" v="94" actId="478"/>
          <ac:picMkLst>
            <pc:docMk/>
            <pc:sldMk cId="1271292491" sldId="268"/>
            <ac:picMk id="7" creationId="{84662AAE-76AA-2082-2EEF-9A9BE1B03AEC}"/>
          </ac:picMkLst>
        </pc:picChg>
        <pc:picChg chg="add mod">
          <ac:chgData name="Vijayanand Kuttikattu Vadakeppattu" userId="844320508617db3f" providerId="LiveId" clId="{846584EA-5379-41B8-B838-2700DFF463FB}" dt="2025-08-26T11:03:18.016" v="98" actId="1076"/>
          <ac:picMkLst>
            <pc:docMk/>
            <pc:sldMk cId="1271292491" sldId="268"/>
            <ac:picMk id="11" creationId="{6595F2CD-130C-F33B-F40B-D0275234429B}"/>
          </ac:picMkLst>
        </pc:picChg>
        <pc:picChg chg="add mod">
          <ac:chgData name="Vijayanand Kuttikattu Vadakeppattu" userId="844320508617db3f" providerId="LiveId" clId="{846584EA-5379-41B8-B838-2700DFF463FB}" dt="2025-08-26T11:04:11.278" v="106" actId="14100"/>
          <ac:picMkLst>
            <pc:docMk/>
            <pc:sldMk cId="1271292491" sldId="268"/>
            <ac:picMk id="13" creationId="{79D1349B-657D-7AC4-67F0-75BBF0C56C7A}"/>
          </ac:picMkLst>
        </pc:picChg>
      </pc:sldChg>
    </pc:docChg>
  </pc:docChgLst>
  <pc:docChgLst>
    <pc:chgData name="Vijayanand Kuttikattu Vadakeppattu" userId="844320508617db3f" providerId="LiveId" clId="{1EDF5282-0F2B-4586-ACFA-DF0B860ACE6E}"/>
    <pc:docChg chg="undo custSel addSld delSld modSld">
      <pc:chgData name="Vijayanand Kuttikattu Vadakeppattu" userId="844320508617db3f" providerId="LiveId" clId="{1EDF5282-0F2B-4586-ACFA-DF0B860ACE6E}" dt="2025-07-29T09:50:50.365" v="954" actId="5793"/>
      <pc:docMkLst>
        <pc:docMk/>
      </pc:docMkLst>
      <pc:sldChg chg="addSp delSp modSp new mod">
        <pc:chgData name="Vijayanand Kuttikattu Vadakeppattu" userId="844320508617db3f" providerId="LiveId" clId="{1EDF5282-0F2B-4586-ACFA-DF0B860ACE6E}" dt="2025-07-22T08:35:49.478" v="218" actId="20577"/>
        <pc:sldMkLst>
          <pc:docMk/>
          <pc:sldMk cId="312211764" sldId="259"/>
        </pc:sldMkLst>
      </pc:sldChg>
      <pc:sldChg chg="addSp delSp modSp new mod">
        <pc:chgData name="Vijayanand Kuttikattu Vadakeppattu" userId="844320508617db3f" providerId="LiveId" clId="{1EDF5282-0F2B-4586-ACFA-DF0B860ACE6E}" dt="2025-07-22T06:11:01.071" v="119" actId="20577"/>
        <pc:sldMkLst>
          <pc:docMk/>
          <pc:sldMk cId="2596736845" sldId="260"/>
        </pc:sldMkLst>
      </pc:sldChg>
      <pc:sldChg chg="addSp delSp modSp new mod">
        <pc:chgData name="Vijayanand Kuttikattu Vadakeppattu" userId="844320508617db3f" providerId="LiveId" clId="{1EDF5282-0F2B-4586-ACFA-DF0B860ACE6E}" dt="2025-07-22T06:14:06.713" v="160" actId="1076"/>
        <pc:sldMkLst>
          <pc:docMk/>
          <pc:sldMk cId="1983806369" sldId="261"/>
        </pc:sldMkLst>
      </pc:sldChg>
      <pc:sldChg chg="addSp delSp modSp new mod">
        <pc:chgData name="Vijayanand Kuttikattu Vadakeppattu" userId="844320508617db3f" providerId="LiveId" clId="{1EDF5282-0F2B-4586-ACFA-DF0B860ACE6E}" dt="2025-07-29T09:34:41.973" v="601" actId="478"/>
        <pc:sldMkLst>
          <pc:docMk/>
          <pc:sldMk cId="3106166370" sldId="262"/>
        </pc:sldMkLst>
        <pc:spChg chg="mod">
          <ac:chgData name="Vijayanand Kuttikattu Vadakeppattu" userId="844320508617db3f" providerId="LiveId" clId="{1EDF5282-0F2B-4586-ACFA-DF0B860ACE6E}" dt="2025-07-29T08:02:34.888" v="246" actId="20577"/>
          <ac:spMkLst>
            <pc:docMk/>
            <pc:sldMk cId="3106166370" sldId="262"/>
            <ac:spMk id="2" creationId="{AD2DBD7F-165B-62CE-ED6B-E2042B7CB243}"/>
          </ac:spMkLst>
        </pc:spChg>
        <pc:picChg chg="add mod">
          <ac:chgData name="Vijayanand Kuttikattu Vadakeppattu" userId="844320508617db3f" providerId="LiveId" clId="{1EDF5282-0F2B-4586-ACFA-DF0B860ACE6E}" dt="2025-07-29T09:31:06.147" v="256" actId="1076"/>
          <ac:picMkLst>
            <pc:docMk/>
            <pc:sldMk cId="3106166370" sldId="262"/>
            <ac:picMk id="5" creationId="{315B3354-FB5D-2602-651C-7323A369A5CB}"/>
          </ac:picMkLst>
        </pc:picChg>
        <pc:picChg chg="add mod">
          <ac:chgData name="Vijayanand Kuttikattu Vadakeppattu" userId="844320508617db3f" providerId="LiveId" clId="{1EDF5282-0F2B-4586-ACFA-DF0B860ACE6E}" dt="2025-07-29T09:31:13.772" v="259" actId="1076"/>
          <ac:picMkLst>
            <pc:docMk/>
            <pc:sldMk cId="3106166370" sldId="262"/>
            <ac:picMk id="7" creationId="{27AB396C-DE8C-C891-AF1F-057F3DD65707}"/>
          </ac:picMkLst>
        </pc:picChg>
      </pc:sldChg>
      <pc:sldChg chg="addSp delSp modSp new del mod">
        <pc:chgData name="Vijayanand Kuttikattu Vadakeppattu" userId="844320508617db3f" providerId="LiveId" clId="{1EDF5282-0F2B-4586-ACFA-DF0B860ACE6E}" dt="2025-07-22T08:34:53.812" v="198" actId="47"/>
        <pc:sldMkLst>
          <pc:docMk/>
          <pc:sldMk cId="3375564553" sldId="262"/>
        </pc:sldMkLst>
      </pc:sldChg>
      <pc:sldChg chg="addSp delSp modSp new mod">
        <pc:chgData name="Vijayanand Kuttikattu Vadakeppattu" userId="844320508617db3f" providerId="LiveId" clId="{1EDF5282-0F2B-4586-ACFA-DF0B860ACE6E}" dt="2025-07-29T09:40:00.947" v="644" actId="122"/>
        <pc:sldMkLst>
          <pc:docMk/>
          <pc:sldMk cId="3699315126" sldId="263"/>
        </pc:sldMkLst>
        <pc:spChg chg="mod">
          <ac:chgData name="Vijayanand Kuttikattu Vadakeppattu" userId="844320508617db3f" providerId="LiveId" clId="{1EDF5282-0F2B-4586-ACFA-DF0B860ACE6E}" dt="2025-07-29T09:40:00.947" v="644" actId="122"/>
          <ac:spMkLst>
            <pc:docMk/>
            <pc:sldMk cId="3699315126" sldId="263"/>
            <ac:spMk id="2" creationId="{EEC07EC2-E46B-53F1-FD45-B15CFAC82832}"/>
          </ac:spMkLst>
        </pc:spChg>
        <pc:picChg chg="add mod">
          <ac:chgData name="Vijayanand Kuttikattu Vadakeppattu" userId="844320508617db3f" providerId="LiveId" clId="{1EDF5282-0F2B-4586-ACFA-DF0B860ACE6E}" dt="2025-07-29T09:39:46.817" v="614" actId="1076"/>
          <ac:picMkLst>
            <pc:docMk/>
            <pc:sldMk cId="3699315126" sldId="263"/>
            <ac:picMk id="5" creationId="{53828949-5B59-2652-4A13-FD22DB61F698}"/>
          </ac:picMkLst>
        </pc:picChg>
        <pc:picChg chg="add mod">
          <ac:chgData name="Vijayanand Kuttikattu Vadakeppattu" userId="844320508617db3f" providerId="LiveId" clId="{1EDF5282-0F2B-4586-ACFA-DF0B860ACE6E}" dt="2025-07-29T09:39:41.483" v="612" actId="1076"/>
          <ac:picMkLst>
            <pc:docMk/>
            <pc:sldMk cId="3699315126" sldId="263"/>
            <ac:picMk id="7" creationId="{63C8305D-D34F-1FAE-8C9E-EA1565A5B0B7}"/>
          </ac:picMkLst>
        </pc:picChg>
      </pc:sldChg>
      <pc:sldChg chg="addSp delSp modSp new mod">
        <pc:chgData name="Vijayanand Kuttikattu Vadakeppattu" userId="844320508617db3f" providerId="LiveId" clId="{1EDF5282-0F2B-4586-ACFA-DF0B860ACE6E}" dt="2025-07-29T09:49:36.842" v="827" actId="14100"/>
        <pc:sldMkLst>
          <pc:docMk/>
          <pc:sldMk cId="631309456" sldId="264"/>
        </pc:sldMkLst>
        <pc:spChg chg="mod">
          <ac:chgData name="Vijayanand Kuttikattu Vadakeppattu" userId="844320508617db3f" providerId="LiveId" clId="{1EDF5282-0F2B-4586-ACFA-DF0B860ACE6E}" dt="2025-07-29T09:41:12.593" v="679" actId="122"/>
          <ac:spMkLst>
            <pc:docMk/>
            <pc:sldMk cId="631309456" sldId="264"/>
            <ac:spMk id="2" creationId="{3D57A138-2B6A-2048-0E2C-278A67E6D1FE}"/>
          </ac:spMkLst>
        </pc:spChg>
        <pc:spChg chg="add del mod">
          <ac:chgData name="Vijayanand Kuttikattu Vadakeppattu" userId="844320508617db3f" providerId="LiveId" clId="{1EDF5282-0F2B-4586-ACFA-DF0B860ACE6E}" dt="2025-07-29T09:43:43.154" v="689" actId="47"/>
          <ac:spMkLst>
            <pc:docMk/>
            <pc:sldMk cId="631309456" sldId="264"/>
            <ac:spMk id="6" creationId="{3E4D087F-7D86-AB61-262B-5E50E7114A57}"/>
          </ac:spMkLst>
        </pc:spChg>
        <pc:spChg chg="add mod">
          <ac:chgData name="Vijayanand Kuttikattu Vadakeppattu" userId="844320508617db3f" providerId="LiveId" clId="{1EDF5282-0F2B-4586-ACFA-DF0B860ACE6E}" dt="2025-07-29T09:49:36.842" v="827" actId="14100"/>
          <ac:spMkLst>
            <pc:docMk/>
            <pc:sldMk cId="631309456" sldId="264"/>
            <ac:spMk id="14" creationId="{4CFF188F-FE44-2276-A6BB-2C80F2451FA6}"/>
          </ac:spMkLst>
        </pc:spChg>
        <pc:picChg chg="add mod">
          <ac:chgData name="Vijayanand Kuttikattu Vadakeppattu" userId="844320508617db3f" providerId="LiveId" clId="{1EDF5282-0F2B-4586-ACFA-DF0B860ACE6E}" dt="2025-07-29T09:43:56.331" v="692" actId="1076"/>
          <ac:picMkLst>
            <pc:docMk/>
            <pc:sldMk cId="631309456" sldId="264"/>
            <ac:picMk id="8" creationId="{383DA709-7191-D3B8-736A-AE449CD8986B}"/>
          </ac:picMkLst>
        </pc:picChg>
      </pc:sldChg>
      <pc:sldChg chg="modSp new mod">
        <pc:chgData name="Vijayanand Kuttikattu Vadakeppattu" userId="844320508617db3f" providerId="LiveId" clId="{1EDF5282-0F2B-4586-ACFA-DF0B860ACE6E}" dt="2025-07-29T09:50:50.365" v="954" actId="5793"/>
        <pc:sldMkLst>
          <pc:docMk/>
          <pc:sldMk cId="1350564121" sldId="265"/>
        </pc:sldMkLst>
        <pc:spChg chg="mod">
          <ac:chgData name="Vijayanand Kuttikattu Vadakeppattu" userId="844320508617db3f" providerId="LiveId" clId="{1EDF5282-0F2B-4586-ACFA-DF0B860ACE6E}" dt="2025-07-29T09:50:01.711" v="843" actId="122"/>
          <ac:spMkLst>
            <pc:docMk/>
            <pc:sldMk cId="1350564121" sldId="265"/>
            <ac:spMk id="2" creationId="{19C94694-9584-7967-CB29-CB6C088B9C5A}"/>
          </ac:spMkLst>
        </pc:spChg>
        <pc:spChg chg="mod">
          <ac:chgData name="Vijayanand Kuttikattu Vadakeppattu" userId="844320508617db3f" providerId="LiveId" clId="{1EDF5282-0F2B-4586-ACFA-DF0B860ACE6E}" dt="2025-07-29T09:50:50.365" v="954" actId="5793"/>
          <ac:spMkLst>
            <pc:docMk/>
            <pc:sldMk cId="1350564121" sldId="265"/>
            <ac:spMk id="3" creationId="{A853F6A7-A5B0-054C-DFB1-D55304977B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FFNN Model 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5325"/>
          </a:xfrm>
        </p:spPr>
        <p:txBody>
          <a:bodyPr/>
          <a:lstStyle/>
          <a:p>
            <a:pPr algn="ctr"/>
            <a:r>
              <a:rPr lang="en-US" dirty="0"/>
              <a:t>Best model parameters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97FAC4-710F-ECDC-371E-664E90684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Learning rate: 0.00011422862586279524</a:t>
            </a:r>
          </a:p>
          <a:p>
            <a:r>
              <a:rPr lang="en-IN" dirty="0"/>
              <a:t>Number of hidden layers: 6</a:t>
            </a:r>
          </a:p>
          <a:p>
            <a:r>
              <a:rPr lang="en-IN" dirty="0"/>
              <a:t>Number of nodes: 1024</a:t>
            </a:r>
          </a:p>
          <a:p>
            <a:r>
              <a:rPr lang="en-IN" dirty="0"/>
              <a:t>optimization: </a:t>
            </a:r>
            <a:r>
              <a:rPr lang="en-IN" dirty="0" err="1"/>
              <a:t>AdamW</a:t>
            </a:r>
            <a:endParaRPr lang="en-IN" dirty="0"/>
          </a:p>
          <a:p>
            <a:r>
              <a:rPr lang="en-IN" dirty="0"/>
              <a:t>activation: </a:t>
            </a:r>
            <a:r>
              <a:rPr lang="en-IN" dirty="0" err="1"/>
              <a:t>relu</a:t>
            </a:r>
            <a:endParaRPr lang="en-IN" dirty="0"/>
          </a:p>
          <a:p>
            <a:r>
              <a:rPr lang="en-IN" dirty="0"/>
              <a:t>L2 regularization: 0.0006956584250323082</a:t>
            </a:r>
          </a:p>
          <a:p>
            <a:r>
              <a:rPr lang="en-IN" dirty="0"/>
              <a:t>Batch size: 2048</a:t>
            </a:r>
          </a:p>
          <a:p>
            <a:r>
              <a:rPr lang="en-IN" dirty="0"/>
              <a:t>Batch normalization: False</a:t>
            </a:r>
          </a:p>
          <a:p>
            <a:r>
              <a:rPr lang="en-IN" dirty="0"/>
              <a:t>Dropout: 0.02980486008161051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E3DE-DC8D-0471-0D2E-C943578C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355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Training and validation loss for best model (</a:t>
            </a:r>
            <a:r>
              <a:rPr lang="en-IN"/>
              <a:t>trail continuing)</a:t>
            </a:r>
            <a:endParaRPr lang="en-IN" dirty="0"/>
          </a:p>
        </p:txBody>
      </p:sp>
      <p:pic>
        <p:nvPicPr>
          <p:cNvPr id="5" name="Content Placeholder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BE7BF82-5049-343C-F800-D329E98FD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101" y="2341563"/>
            <a:ext cx="7663217" cy="3633787"/>
          </a:xfrm>
        </p:spPr>
      </p:pic>
    </p:spTree>
    <p:extLst>
      <p:ext uri="{BB962C8B-B14F-4D97-AF65-F5344CB8AC3E}">
        <p14:creationId xmlns:p14="http://schemas.microsoft.com/office/powerpoint/2010/main" val="31221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138-2B6A-2048-0E2C-278A67E6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Model </a:t>
            </a:r>
            <a:r>
              <a:rPr lang="en-IN" dirty="0" err="1"/>
              <a:t>tuining</a:t>
            </a:r>
            <a:r>
              <a:rPr lang="en-IN" dirty="0"/>
              <a:t> (29</a:t>
            </a:r>
            <a:r>
              <a:rPr lang="en-IN" baseline="30000" dirty="0"/>
              <a:t>th</a:t>
            </a:r>
            <a:r>
              <a:rPr lang="en-IN" dirty="0"/>
              <a:t> July 2025)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D087F-7D86-AB61-262B-5E50E7114A57}"/>
              </a:ext>
            </a:extLst>
          </p:cNvPr>
          <p:cNvSpPr txBox="1"/>
          <p:nvPr/>
        </p:nvSpPr>
        <p:spPr>
          <a:xfrm>
            <a:off x="484496" y="3316406"/>
            <a:ext cx="150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DA709-7191-D3B8-736A-AE449CD8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676" y="2045316"/>
            <a:ext cx="6299431" cy="3761806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CFF188F-FE44-2276-A6BB-2C80F2451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4564014" cy="3634486"/>
          </a:xfrm>
        </p:spPr>
        <p:txBody>
          <a:bodyPr/>
          <a:lstStyle/>
          <a:p>
            <a:r>
              <a:rPr lang="en-IN" dirty="0"/>
              <a:t>Lr = 0.00001272336</a:t>
            </a:r>
          </a:p>
          <a:p>
            <a:r>
              <a:rPr lang="en-IN" dirty="0" err="1"/>
              <a:t>N_hidden</a:t>
            </a:r>
            <a:r>
              <a:rPr lang="en-IN" dirty="0"/>
              <a:t> = 10</a:t>
            </a:r>
          </a:p>
          <a:p>
            <a:r>
              <a:rPr lang="en-IN" dirty="0" err="1"/>
              <a:t>N_nodes</a:t>
            </a:r>
            <a:r>
              <a:rPr lang="en-IN" dirty="0"/>
              <a:t> = 2048</a:t>
            </a:r>
          </a:p>
          <a:p>
            <a:r>
              <a:rPr lang="en-IN" dirty="0"/>
              <a:t>L2 = 0.00084146</a:t>
            </a:r>
          </a:p>
          <a:p>
            <a:r>
              <a:rPr lang="en-IN" dirty="0"/>
              <a:t>Dropout = 0.0882</a:t>
            </a:r>
          </a:p>
          <a:p>
            <a:r>
              <a:rPr lang="en-IN" dirty="0"/>
              <a:t>Bn = True</a:t>
            </a:r>
          </a:p>
          <a:p>
            <a:r>
              <a:rPr lang="en-IN" dirty="0" err="1"/>
              <a:t>Batch_size</a:t>
            </a:r>
            <a:r>
              <a:rPr lang="en-IN" dirty="0"/>
              <a:t> = 1046</a:t>
            </a:r>
          </a:p>
          <a:p>
            <a:r>
              <a:rPr lang="en-IN" dirty="0"/>
              <a:t>Loss = 0.097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30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B5F5-32EA-520A-037F-38CC8FC2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training sample</a:t>
            </a:r>
          </a:p>
        </p:txBody>
      </p:sp>
      <p:pic>
        <p:nvPicPr>
          <p:cNvPr id="5" name="Content Placeholder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C4C552AC-15BD-60C8-7FCA-9587CEF9A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8798" y="2211909"/>
            <a:ext cx="5450680" cy="3633787"/>
          </a:xfrm>
        </p:spPr>
      </p:pic>
      <p:pic>
        <p:nvPicPr>
          <p:cNvPr id="7" name="Picture 6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2C28EF13-1C27-5923-1A12-4BBA1182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17" y="2135175"/>
            <a:ext cx="5680881" cy="378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3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6656-A5EB-5C45-6BDA-D0F3E9BF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Fft</a:t>
            </a:r>
            <a:r>
              <a:rPr lang="en-IN" dirty="0"/>
              <a:t> of Testing data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A62DD175-6A45-3264-5089-935CF9968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449" y="2266500"/>
            <a:ext cx="5500551" cy="3633787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BB00F40-A053-18F3-081B-4FF106593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40" y="2314268"/>
            <a:ext cx="5178543" cy="342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0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BD7F-165B-62CE-ED6B-E2042B7C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Model tuning (23/07/2025)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315B3354-FB5D-2602-651C-7323A369A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072" y="2007892"/>
            <a:ext cx="4594998" cy="3035558"/>
          </a:xfrm>
        </p:spPr>
      </p:pic>
      <p:pic>
        <p:nvPicPr>
          <p:cNvPr id="7" name="Picture 6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27AB396C-DE8C-C891-AF1F-057F3DD65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921" y="2035667"/>
            <a:ext cx="4594999" cy="306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6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7EC2-E46B-53F1-FD45-B15CFAC8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Prediction with offline data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53828949-5B59-2652-4A13-FD22DB61F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668" y="2245887"/>
            <a:ext cx="4458269" cy="2945232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63C8305D-D34F-1FAE-8C9E-EA1565A5B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666" y="2245887"/>
            <a:ext cx="4653748" cy="307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1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4694-9584-7967-CB29-CB6C088B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Current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F6A7-A5B0-054C-DFB1-D55304977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Increased nodes</a:t>
            </a:r>
          </a:p>
          <a:p>
            <a:r>
              <a:rPr lang="en-IN" dirty="0"/>
              <a:t>Regularization changed from l2 to l1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056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0246-B6B2-24D2-03C5-17E749DD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9884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splitting for training, validation and testing</a:t>
            </a:r>
          </a:p>
        </p:txBody>
      </p:sp>
      <p:pic>
        <p:nvPicPr>
          <p:cNvPr id="5" name="Content Placeholder 4" descr="A diagram of a data set&#10;&#10;AI-generated content may be incorrect.">
            <a:extLst>
              <a:ext uri="{FF2B5EF4-FFF2-40B4-BE49-F238E27FC236}">
                <a16:creationId xmlns:a16="http://schemas.microsoft.com/office/drawing/2014/main" id="{87129473-FB1A-E85C-647B-878DEEFCF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3103" y="2273324"/>
            <a:ext cx="5704765" cy="4161595"/>
          </a:xfrm>
        </p:spPr>
      </p:pic>
    </p:spTree>
    <p:extLst>
      <p:ext uri="{BB962C8B-B14F-4D97-AF65-F5344CB8AC3E}">
        <p14:creationId xmlns:p14="http://schemas.microsoft.com/office/powerpoint/2010/main" val="28108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6595F2CD-130C-F33B-F40B-D02752344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048136"/>
            <a:ext cx="5493105" cy="3633787"/>
          </a:xfr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79D1349B-657D-7AC4-67F0-75BBF0C5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517" y="2048136"/>
            <a:ext cx="5061045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9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1210-FC06-82D2-2B35-6891F759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8519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Frequency vs error</a:t>
            </a:r>
          </a:p>
        </p:txBody>
      </p:sp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CCA0A0F-22DC-76C8-E3EE-2DB7A9AD7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2341563"/>
            <a:ext cx="7881582" cy="3633787"/>
          </a:xfrm>
        </p:spPr>
      </p:pic>
    </p:spTree>
    <p:extLst>
      <p:ext uri="{BB962C8B-B14F-4D97-AF65-F5344CB8AC3E}">
        <p14:creationId xmlns:p14="http://schemas.microsoft.com/office/powerpoint/2010/main" val="33461969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{08928BC3-881E-4847-971F-6EF300D8A601}tf33552983_win32</Template>
  <TotalTime>517</TotalTime>
  <Words>127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Franklin Gothic Book</vt:lpstr>
      <vt:lpstr>Franklin Gothic Demi</vt:lpstr>
      <vt:lpstr>Wingdings 2</vt:lpstr>
      <vt:lpstr>DividendVTI</vt:lpstr>
      <vt:lpstr>FFNN Model tuning</vt:lpstr>
      <vt:lpstr>Best model parameters</vt:lpstr>
      <vt:lpstr>Training and validation loss for best model (trail continuing)</vt:lpstr>
      <vt:lpstr>Model tuining (29th July 2025)</vt:lpstr>
      <vt:lpstr>the training sample</vt:lpstr>
      <vt:lpstr>Fft of Testing data</vt:lpstr>
      <vt:lpstr>Model tuning (23/07/2025)</vt:lpstr>
      <vt:lpstr>Prediction with offline data</vt:lpstr>
      <vt:lpstr>Current trial</vt:lpstr>
      <vt:lpstr>Data splitting for training, validation and testing</vt:lpstr>
      <vt:lpstr>PowerPoint Presentation</vt:lpstr>
      <vt:lpstr>Frequency vs error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Vijayanand Kuttikattu Vadakeppattu</dc:creator>
  <cp:lastModifiedBy>Vijayanand Kuttikattu Vadakeppattu</cp:lastModifiedBy>
  <cp:revision>1</cp:revision>
  <dcterms:created xsi:type="dcterms:W3CDTF">2025-07-22T05:53:31Z</dcterms:created>
  <dcterms:modified xsi:type="dcterms:W3CDTF">2025-08-26T13:03:45Z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